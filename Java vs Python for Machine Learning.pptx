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6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72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3BCB0-1D5D-47C6-B114-4F88740E289C}" v="10" dt="2025-10-08T15:32:25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7" autoAdjust="0"/>
    <p:restoredTop sz="78192" autoAdjust="0"/>
  </p:normalViewPr>
  <p:slideViewPr>
    <p:cSldViewPr snapToGrid="0">
      <p:cViewPr varScale="1">
        <p:scale>
          <a:sx n="76" d="100"/>
          <a:sy n="76" d="100"/>
        </p:scale>
        <p:origin x="12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Payne" userId="a99f9b60f8e43057" providerId="LiveId" clId="{9FF27852-415E-4608-9854-6C6E775F9E25}"/>
    <pc:docChg chg="undo custSel addSld delSld modSld modShowInfo">
      <pc:chgData name="Keller Payne" userId="a99f9b60f8e43057" providerId="LiveId" clId="{9FF27852-415E-4608-9854-6C6E775F9E25}" dt="2025-10-08T16:18:37.570" v="4876" actId="20577"/>
      <pc:docMkLst>
        <pc:docMk/>
      </pc:docMkLst>
      <pc:sldChg chg="addSp delSp modSp mod modTransition delAnim modAnim">
        <pc:chgData name="Keller Payne" userId="a99f9b60f8e43057" providerId="LiveId" clId="{9FF27852-415E-4608-9854-6C6E775F9E25}" dt="2025-10-08T15:34:49.488" v="4858" actId="478"/>
        <pc:sldMkLst>
          <pc:docMk/>
          <pc:sldMk cId="173231544" sldId="256"/>
        </pc:sldMkLst>
        <pc:picChg chg="add del mod">
          <ac:chgData name="Keller Payne" userId="a99f9b60f8e43057" providerId="LiveId" clId="{9FF27852-415E-4608-9854-6C6E775F9E25}" dt="2025-10-08T15:28:00.944" v="4306"/>
          <ac:picMkLst>
            <pc:docMk/>
            <pc:sldMk cId="173231544" sldId="256"/>
            <ac:picMk id="6" creationId="{D00F3C93-E573-B238-1DB1-0F19768D10DF}"/>
          </ac:picMkLst>
        </pc:picChg>
        <pc:picChg chg="add del mod ord">
          <ac:chgData name="Keller Payne" userId="a99f9b60f8e43057" providerId="LiveId" clId="{9FF27852-415E-4608-9854-6C6E775F9E25}" dt="2025-10-08T15:32:25.449" v="4307"/>
          <ac:picMkLst>
            <pc:docMk/>
            <pc:sldMk cId="173231544" sldId="256"/>
            <ac:picMk id="8" creationId="{AB3FE0F5-43B6-D49E-C778-1555A8729A33}"/>
          </ac:picMkLst>
        </pc:picChg>
        <pc:picChg chg="add del mod">
          <ac:chgData name="Keller Payne" userId="a99f9b60f8e43057" providerId="LiveId" clId="{9FF27852-415E-4608-9854-6C6E775F9E25}" dt="2025-10-08T15:34:49.488" v="4858" actId="478"/>
          <ac:picMkLst>
            <pc:docMk/>
            <pc:sldMk cId="173231544" sldId="256"/>
            <ac:picMk id="9" creationId="{02CFE628-ABF3-4B36-A4F6-8BAE1540A96F}"/>
          </ac:picMkLst>
        </pc:picChg>
      </pc:sldChg>
      <pc:sldChg chg="addSp delSp modSp mod modTransition delAnim modAnim modNotesTx">
        <pc:chgData name="Keller Payne" userId="a99f9b60f8e43057" providerId="LiveId" clId="{9FF27852-415E-4608-9854-6C6E775F9E25}" dt="2025-10-08T16:18:37.570" v="4876" actId="20577"/>
        <pc:sldMkLst>
          <pc:docMk/>
          <pc:sldMk cId="2716544040" sldId="257"/>
        </pc:sldMkLst>
        <pc:spChg chg="mod">
          <ac:chgData name="Keller Payne" userId="a99f9b60f8e43057" providerId="LiveId" clId="{9FF27852-415E-4608-9854-6C6E775F9E25}" dt="2025-10-08T15:34:42.794" v="4856" actId="20577"/>
          <ac:spMkLst>
            <pc:docMk/>
            <pc:sldMk cId="2716544040" sldId="257"/>
            <ac:spMk id="3" creationId="{8BEB1A26-09E1-D076-AC1E-7B16A7692CC4}"/>
          </ac:spMkLst>
        </pc:spChg>
        <pc:picChg chg="add del mod">
          <ac:chgData name="Keller Payne" userId="a99f9b60f8e43057" providerId="LiveId" clId="{9FF27852-415E-4608-9854-6C6E775F9E25}" dt="2025-10-08T15:25:33.373" v="3784"/>
          <ac:picMkLst>
            <pc:docMk/>
            <pc:sldMk cId="2716544040" sldId="257"/>
            <ac:picMk id="5" creationId="{D6BD938F-2EA5-1CEE-BFB2-64F2F659EE09}"/>
          </ac:picMkLst>
        </pc:picChg>
        <pc:picChg chg="add del mod ord">
          <ac:chgData name="Keller Payne" userId="a99f9b60f8e43057" providerId="LiveId" clId="{9FF27852-415E-4608-9854-6C6E775F9E25}" dt="2025-10-08T15:25:37.016" v="3785"/>
          <ac:picMkLst>
            <pc:docMk/>
            <pc:sldMk cId="2716544040" sldId="257"/>
            <ac:picMk id="8" creationId="{06D3F843-47FA-0745-540C-D05D14448E92}"/>
          </ac:picMkLst>
        </pc:picChg>
        <pc:picChg chg="add del mod">
          <ac:chgData name="Keller Payne" userId="a99f9b60f8e43057" providerId="LiveId" clId="{9FF27852-415E-4608-9854-6C6E775F9E25}" dt="2025-10-08T15:28:00.944" v="4306"/>
          <ac:picMkLst>
            <pc:docMk/>
            <pc:sldMk cId="2716544040" sldId="257"/>
            <ac:picMk id="9" creationId="{94EE9FC7-029F-4FE6-7BEA-E0A02F18D4E1}"/>
          </ac:picMkLst>
        </pc:picChg>
        <pc:picChg chg="add del mod ord">
          <ac:chgData name="Keller Payne" userId="a99f9b60f8e43057" providerId="LiveId" clId="{9FF27852-415E-4608-9854-6C6E775F9E25}" dt="2025-10-08T15:32:25.449" v="4307"/>
          <ac:picMkLst>
            <pc:docMk/>
            <pc:sldMk cId="2716544040" sldId="257"/>
            <ac:picMk id="12" creationId="{C1C6BB4B-D388-5421-5CDD-7131013D9A16}"/>
          </ac:picMkLst>
        </pc:picChg>
        <pc:picChg chg="add del mod">
          <ac:chgData name="Keller Payne" userId="a99f9b60f8e43057" providerId="LiveId" clId="{9FF27852-415E-4608-9854-6C6E775F9E25}" dt="2025-10-08T15:34:46.917" v="4857" actId="478"/>
          <ac:picMkLst>
            <pc:docMk/>
            <pc:sldMk cId="2716544040" sldId="257"/>
            <ac:picMk id="13" creationId="{6E20CDEC-E573-092E-8430-A805698F4BAF}"/>
          </ac:picMkLst>
        </pc:picChg>
      </pc:sldChg>
      <pc:sldChg chg="addSp delSp modSp mod modTransition delAnim modNotesTx">
        <pc:chgData name="Keller Payne" userId="a99f9b60f8e43057" providerId="LiveId" clId="{9FF27852-415E-4608-9854-6C6E775F9E25}" dt="2025-10-08T16:18:32.276" v="4875" actId="20577"/>
        <pc:sldMkLst>
          <pc:docMk/>
          <pc:sldMk cId="3477637543" sldId="258"/>
        </pc:sldMkLst>
        <pc:picChg chg="add del mod">
          <ac:chgData name="Keller Payne" userId="a99f9b60f8e43057" providerId="LiveId" clId="{9FF27852-415E-4608-9854-6C6E775F9E25}" dt="2025-10-08T15:34:52.453" v="4859" actId="478"/>
          <ac:picMkLst>
            <pc:docMk/>
            <pc:sldMk cId="3477637543" sldId="258"/>
            <ac:picMk id="5" creationId="{F2C0D612-CA29-786C-3B2A-2F97C161A81F}"/>
          </ac:picMkLst>
        </pc:picChg>
      </pc:sldChg>
      <pc:sldChg chg="addSp delSp modSp mod modTransition delAnim modNotesTx">
        <pc:chgData name="Keller Payne" userId="a99f9b60f8e43057" providerId="LiveId" clId="{9FF27852-415E-4608-9854-6C6E775F9E25}" dt="2025-10-08T16:18:22.998" v="4873" actId="20577"/>
        <pc:sldMkLst>
          <pc:docMk/>
          <pc:sldMk cId="945324725" sldId="259"/>
        </pc:sldMkLst>
        <pc:picChg chg="add del mod">
          <ac:chgData name="Keller Payne" userId="a99f9b60f8e43057" providerId="LiveId" clId="{9FF27852-415E-4608-9854-6C6E775F9E25}" dt="2025-10-08T15:34:55.688" v="4861" actId="478"/>
          <ac:picMkLst>
            <pc:docMk/>
            <pc:sldMk cId="945324725" sldId="259"/>
            <ac:picMk id="6" creationId="{A9FE13CF-CA51-5460-BD55-3D13720D52D1}"/>
          </ac:picMkLst>
        </pc:picChg>
      </pc:sldChg>
      <pc:sldChg chg="addSp delSp modSp mod modTransition delAnim modNotesTx">
        <pc:chgData name="Keller Payne" userId="a99f9b60f8e43057" providerId="LiveId" clId="{9FF27852-415E-4608-9854-6C6E775F9E25}" dt="2025-10-08T16:18:15.624" v="4871" actId="20577"/>
        <pc:sldMkLst>
          <pc:docMk/>
          <pc:sldMk cId="999484998" sldId="260"/>
        </pc:sldMkLst>
        <pc:picChg chg="add del mod">
          <ac:chgData name="Keller Payne" userId="a99f9b60f8e43057" providerId="LiveId" clId="{9FF27852-415E-4608-9854-6C6E775F9E25}" dt="2025-10-08T15:34:58.417" v="4864" actId="478"/>
          <ac:picMkLst>
            <pc:docMk/>
            <pc:sldMk cId="999484998" sldId="260"/>
            <ac:picMk id="6" creationId="{269F0AC1-76B9-C769-6464-FD94240E1471}"/>
          </ac:picMkLst>
        </pc:picChg>
      </pc:sldChg>
      <pc:sldChg chg="modTransition modNotesTx">
        <pc:chgData name="Keller Payne" userId="a99f9b60f8e43057" providerId="LiveId" clId="{9FF27852-415E-4608-9854-6C6E775F9E25}" dt="2025-10-08T16:18:11.967" v="4870" actId="20577"/>
        <pc:sldMkLst>
          <pc:docMk/>
          <pc:sldMk cId="1902371249" sldId="261"/>
        </pc:sldMkLst>
      </pc:sldChg>
      <pc:sldChg chg="modTransition modNotesTx">
        <pc:chgData name="Keller Payne" userId="a99f9b60f8e43057" providerId="LiveId" clId="{9FF27852-415E-4608-9854-6C6E775F9E25}" dt="2025-10-08T16:18:08.883" v="4869" actId="20577"/>
        <pc:sldMkLst>
          <pc:docMk/>
          <pc:sldMk cId="2620465550" sldId="262"/>
        </pc:sldMkLst>
      </pc:sldChg>
      <pc:sldChg chg="modTransition modNotesTx">
        <pc:chgData name="Keller Payne" userId="a99f9b60f8e43057" providerId="LiveId" clId="{9FF27852-415E-4608-9854-6C6E775F9E25}" dt="2025-10-08T16:18:05.665" v="4868" actId="20577"/>
        <pc:sldMkLst>
          <pc:docMk/>
          <pc:sldMk cId="2259118110" sldId="263"/>
        </pc:sldMkLst>
      </pc:sldChg>
      <pc:sldChg chg="modTransition modNotesTx">
        <pc:chgData name="Keller Payne" userId="a99f9b60f8e43057" providerId="LiveId" clId="{9FF27852-415E-4608-9854-6C6E775F9E25}" dt="2025-10-08T16:18:02.245" v="4867" actId="20577"/>
        <pc:sldMkLst>
          <pc:docMk/>
          <pc:sldMk cId="698453020" sldId="264"/>
        </pc:sldMkLst>
      </pc:sldChg>
      <pc:sldChg chg="modTransition">
        <pc:chgData name="Keller Payne" userId="a99f9b60f8e43057" providerId="LiveId" clId="{9FF27852-415E-4608-9854-6C6E775F9E25}" dt="2025-10-08T15:28:00.944" v="4306"/>
        <pc:sldMkLst>
          <pc:docMk/>
          <pc:sldMk cId="2088482030" sldId="268"/>
        </pc:sldMkLst>
      </pc:sldChg>
      <pc:sldChg chg="modSp mod modTransition">
        <pc:chgData name="Keller Payne" userId="a99f9b60f8e43057" providerId="LiveId" clId="{9FF27852-415E-4608-9854-6C6E775F9E25}" dt="2025-10-08T15:28:00.944" v="4306"/>
        <pc:sldMkLst>
          <pc:docMk/>
          <pc:sldMk cId="3246425620" sldId="269"/>
        </pc:sldMkLst>
        <pc:spChg chg="mod">
          <ac:chgData name="Keller Payne" userId="a99f9b60f8e43057" providerId="LiveId" clId="{9FF27852-415E-4608-9854-6C6E775F9E25}" dt="2025-10-08T14:51:35.943" v="120" actId="27636"/>
          <ac:spMkLst>
            <pc:docMk/>
            <pc:sldMk cId="3246425620" sldId="269"/>
            <ac:spMk id="3" creationId="{410846C5-4A36-25B0-E14A-BC334DEE7873}"/>
          </ac:spMkLst>
        </pc:spChg>
      </pc:sldChg>
      <pc:sldChg chg="addSp delSp modSp mod modTransition delAnim modNotesTx">
        <pc:chgData name="Keller Payne" userId="a99f9b60f8e43057" providerId="LiveId" clId="{9FF27852-415E-4608-9854-6C6E775F9E25}" dt="2025-10-08T16:18:28.882" v="4874" actId="20577"/>
        <pc:sldMkLst>
          <pc:docMk/>
          <pc:sldMk cId="473332922" sldId="270"/>
        </pc:sldMkLst>
        <pc:picChg chg="add del mod">
          <ac:chgData name="Keller Payne" userId="a99f9b60f8e43057" providerId="LiveId" clId="{9FF27852-415E-4608-9854-6C6E775F9E25}" dt="2025-10-08T15:34:54.331" v="4860" actId="478"/>
          <ac:picMkLst>
            <pc:docMk/>
            <pc:sldMk cId="473332922" sldId="270"/>
            <ac:picMk id="3" creationId="{BC5055D0-E938-838D-D391-C0855CA20A30}"/>
          </ac:picMkLst>
        </pc:picChg>
      </pc:sldChg>
      <pc:sldChg chg="addSp delSp modSp mod modTransition delAnim modNotesTx">
        <pc:chgData name="Keller Payne" userId="a99f9b60f8e43057" providerId="LiveId" clId="{9FF27852-415E-4608-9854-6C6E775F9E25}" dt="2025-10-08T16:18:18.993" v="4872" actId="20577"/>
        <pc:sldMkLst>
          <pc:docMk/>
          <pc:sldMk cId="2012862930" sldId="271"/>
        </pc:sldMkLst>
        <pc:picChg chg="add del mod">
          <ac:chgData name="Keller Payne" userId="a99f9b60f8e43057" providerId="LiveId" clId="{9FF27852-415E-4608-9854-6C6E775F9E25}" dt="2025-10-08T15:34:57.066" v="4862" actId="478"/>
          <ac:picMkLst>
            <pc:docMk/>
            <pc:sldMk cId="2012862930" sldId="271"/>
            <ac:picMk id="6" creationId="{50503E61-089C-54C6-7D4B-A03F5D906C87}"/>
          </ac:picMkLst>
        </pc:picChg>
      </pc:sldChg>
      <pc:sldChg chg="modSp new mod modTransition modNotesTx">
        <pc:chgData name="Keller Payne" userId="a99f9b60f8e43057" providerId="LiveId" clId="{9FF27852-415E-4608-9854-6C6E775F9E25}" dt="2025-10-08T16:17:55.519" v="4866" actId="20577"/>
        <pc:sldMkLst>
          <pc:docMk/>
          <pc:sldMk cId="1767159015" sldId="272"/>
        </pc:sldMkLst>
        <pc:spChg chg="mod">
          <ac:chgData name="Keller Payne" userId="a99f9b60f8e43057" providerId="LiveId" clId="{9FF27852-415E-4608-9854-6C6E775F9E25}" dt="2025-10-08T15:07:39.919" v="2879" actId="20577"/>
          <ac:spMkLst>
            <pc:docMk/>
            <pc:sldMk cId="1767159015" sldId="272"/>
            <ac:spMk id="2" creationId="{8CA5D840-C93A-6903-AE2A-2E3DF36D94A5}"/>
          </ac:spMkLst>
        </pc:spChg>
        <pc:spChg chg="mod">
          <ac:chgData name="Keller Payne" userId="a99f9b60f8e43057" providerId="LiveId" clId="{9FF27852-415E-4608-9854-6C6E775F9E25}" dt="2025-10-08T15:11:59.995" v="3490" actId="20577"/>
          <ac:spMkLst>
            <pc:docMk/>
            <pc:sldMk cId="1767159015" sldId="272"/>
            <ac:spMk id="3" creationId="{4F64689B-4C63-E967-E7C4-33AE885FE94E}"/>
          </ac:spMkLst>
        </pc:spChg>
      </pc:sldChg>
      <pc:sldChg chg="modSp new del mod">
        <pc:chgData name="Keller Payne" userId="a99f9b60f8e43057" providerId="LiveId" clId="{9FF27852-415E-4608-9854-6C6E775F9E25}" dt="2025-10-08T14:54:19.358" v="173" actId="47"/>
        <pc:sldMkLst>
          <pc:docMk/>
          <pc:sldMk cId="2515713417" sldId="272"/>
        </pc:sldMkLst>
        <pc:spChg chg="mod">
          <ac:chgData name="Keller Payne" userId="a99f9b60f8e43057" providerId="LiveId" clId="{9FF27852-415E-4608-9854-6C6E775F9E25}" dt="2025-10-08T14:52:36.610" v="172" actId="20577"/>
          <ac:spMkLst>
            <pc:docMk/>
            <pc:sldMk cId="2515713417" sldId="272"/>
            <ac:spMk id="2" creationId="{F2370F97-2D1B-1848-B121-8EBD5603449E}"/>
          </ac:spMkLst>
        </pc:spChg>
      </pc:sldChg>
      <pc:sldChg chg="addSp delSp new del mod modClrScheme chgLayout">
        <pc:chgData name="Keller Payne" userId="a99f9b60f8e43057" providerId="LiveId" clId="{9FF27852-415E-4608-9854-6C6E775F9E25}" dt="2025-10-08T14:50:43.822" v="118" actId="47"/>
        <pc:sldMkLst>
          <pc:docMk/>
          <pc:sldMk cId="3965997661" sldId="272"/>
        </pc:sldMkLst>
        <pc:spChg chg="del">
          <ac:chgData name="Keller Payne" userId="a99f9b60f8e43057" providerId="LiveId" clId="{9FF27852-415E-4608-9854-6C6E775F9E25}" dt="2025-10-08T14:49:43.893" v="114" actId="700"/>
          <ac:spMkLst>
            <pc:docMk/>
            <pc:sldMk cId="3965997661" sldId="272"/>
            <ac:spMk id="2" creationId="{557E0EA0-E284-3BE3-7101-3F3083ADEF5D}"/>
          </ac:spMkLst>
        </pc:spChg>
        <pc:spChg chg="del">
          <ac:chgData name="Keller Payne" userId="a99f9b60f8e43057" providerId="LiveId" clId="{9FF27852-415E-4608-9854-6C6E775F9E25}" dt="2025-10-08T14:49:43.893" v="114" actId="700"/>
          <ac:spMkLst>
            <pc:docMk/>
            <pc:sldMk cId="3965997661" sldId="272"/>
            <ac:spMk id="3" creationId="{6608B2DD-D361-8C17-C026-47B028E8E930}"/>
          </ac:spMkLst>
        </pc:spChg>
        <pc:spChg chg="add del">
          <ac:chgData name="Keller Payne" userId="a99f9b60f8e43057" providerId="LiveId" clId="{9FF27852-415E-4608-9854-6C6E775F9E25}" dt="2025-10-08T14:49:47.905" v="116" actId="22"/>
          <ac:spMkLst>
            <pc:docMk/>
            <pc:sldMk cId="3965997661" sldId="272"/>
            <ac:spMk id="5" creationId="{809A84ED-F630-FD3E-A7EE-EA40973808F2}"/>
          </ac:spMkLst>
        </pc:spChg>
        <pc:picChg chg="add">
          <ac:chgData name="Keller Payne" userId="a99f9b60f8e43057" providerId="LiveId" clId="{9FF27852-415E-4608-9854-6C6E775F9E25}" dt="2025-10-08T14:49:52.595" v="117"/>
          <ac:picMkLst>
            <pc:docMk/>
            <pc:sldMk cId="3965997661" sldId="272"/>
            <ac:picMk id="6" creationId="{37569A5F-D787-84E0-E443-8924015452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E64F8-5ECB-44A8-9FB1-7F620C226EA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9E650-6795-48E4-81AB-C5F33243D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4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6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40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50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07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95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31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50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85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54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69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E650-6795-48E4-81AB-C5F33243D6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logs/java-for-big-data/#java-libraries-for-big-data" TargetMode="External"/><Relationship Id="rId2" Type="http://schemas.openxmlformats.org/officeDocument/2006/relationships/hyperlink" Target="http://www.bairesdev.com/blog/best-java-machine-learning-librari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quest.io/blog/what-is-scikit-learn-and-how-is-it-used-in-ai/" TargetMode="External"/><Relationship Id="rId5" Type="http://schemas.openxmlformats.org/officeDocument/2006/relationships/hyperlink" Target="https://medium.com/@infuyIT/java-machine-learning-and-ai-a-guide-to-building-intelligent-systems-3d3e7e133a78" TargetMode="External"/><Relationship Id="rId4" Type="http://schemas.openxmlformats.org/officeDocument/2006/relationships/hyperlink" Target="http://www.geeksforgeeks.org/machine-learning/machine-learning-with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588D-45E6-1D02-7FC0-070F1136B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vs. Python for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DB579-BF43-9733-094A-3C70C6B0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982639"/>
            <a:ext cx="9440034" cy="104986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Keller Payne</a:t>
            </a:r>
          </a:p>
          <a:p>
            <a:r>
              <a:rPr lang="en-US" dirty="0"/>
              <a:t>CSCI 3090</a:t>
            </a:r>
          </a:p>
          <a:p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173231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76"/>
    </mc:Choice>
    <mc:Fallback>
      <p:transition spd="slow" advTm="50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3FCB-5152-4908-864B-E56F8AFA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1A26-09E1-D076-AC1E-7B16A769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Subset of artificial intelligence</a:t>
            </a:r>
          </a:p>
          <a:p>
            <a:pPr lvl="1"/>
            <a:r>
              <a:rPr lang="en-US" dirty="0"/>
              <a:t>Algorithms that can learn patterns of training data ana make accurate inferences about new data</a:t>
            </a:r>
          </a:p>
          <a:p>
            <a:pPr lvl="1"/>
            <a:r>
              <a:rPr lang="en-US" dirty="0"/>
              <a:t>Enables machine learning models to make decisions or predictions without hard-coded instructions.</a:t>
            </a:r>
          </a:p>
          <a:p>
            <a:r>
              <a:rPr lang="en-US" dirty="0"/>
              <a:t>Supervised vs. Unsupervised learning approaches</a:t>
            </a:r>
          </a:p>
        </p:txBody>
      </p:sp>
    </p:spTree>
    <p:extLst>
      <p:ext uri="{BB962C8B-B14F-4D97-AF65-F5344CB8AC3E}">
        <p14:creationId xmlns:p14="http://schemas.microsoft.com/office/powerpoint/2010/main" val="2716544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642"/>
    </mc:Choice>
    <mc:Fallback>
      <p:transition spd="slow" advTm="1106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EDAD-9E9E-1F45-4184-82BB298B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Dominates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9DDD-0F2C-3339-6D7D-7FE47E46E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081922" cy="4058751"/>
          </a:xfrm>
        </p:spPr>
        <p:txBody>
          <a:bodyPr/>
          <a:lstStyle/>
          <a:p>
            <a:r>
              <a:rPr lang="en-US" dirty="0"/>
              <a:t>Easy syntax and readability</a:t>
            </a:r>
          </a:p>
          <a:p>
            <a:r>
              <a:rPr lang="en-US" dirty="0"/>
              <a:t>Large ecosystem of libraries (NumPy, Pandas, Scikit-learn)</a:t>
            </a:r>
          </a:p>
          <a:p>
            <a:r>
              <a:rPr lang="en-US" dirty="0"/>
              <a:t>Strong community and support for AI research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232A40-DD27-D151-7EE7-1D5017A4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717" y="2055612"/>
            <a:ext cx="6457105" cy="40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37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772"/>
    </mc:Choice>
    <mc:Fallback>
      <p:transition spd="slow" advTm="9677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9B311E-4A08-2572-A2FF-B8B68470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043" y="197093"/>
            <a:ext cx="9339913" cy="646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32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845"/>
    </mc:Choice>
    <mc:Fallback>
      <p:transition spd="slow" advTm="2384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B6D4-8E98-602F-6259-05440549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Libraries: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BBC4-1417-5BFC-03CE-13296C34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696305" cy="4058751"/>
          </a:xfrm>
        </p:spPr>
        <p:txBody>
          <a:bodyPr/>
          <a:lstStyle/>
          <a:p>
            <a:r>
              <a:rPr lang="en-US" dirty="0"/>
              <a:t>NumPy:</a:t>
            </a:r>
          </a:p>
          <a:p>
            <a:pPr lvl="1"/>
            <a:r>
              <a:rPr lang="en-US" dirty="0"/>
              <a:t>efficient array processing and numerical computation</a:t>
            </a:r>
          </a:p>
          <a:p>
            <a:r>
              <a:rPr lang="en-US" dirty="0"/>
              <a:t>Simplifies complex operations with minimal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6C391-47A2-59F1-847E-8E80EA7F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4" y="1580050"/>
            <a:ext cx="4640155" cy="486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24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58"/>
    </mc:Choice>
    <mc:Fallback>
      <p:transition spd="slow" advTm="124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05FA-C295-00FC-EDCF-0BCE0E49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959462" cy="97045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Libraries: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4DDE7-A389-9773-BAB6-73E03900A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226405" cy="4058751"/>
          </a:xfrm>
        </p:spPr>
        <p:txBody>
          <a:bodyPr/>
          <a:lstStyle/>
          <a:p>
            <a:r>
              <a:rPr lang="en-US" dirty="0"/>
              <a:t>Pandas:</a:t>
            </a:r>
          </a:p>
          <a:p>
            <a:pPr lvl="1"/>
            <a:r>
              <a:rPr lang="en-US" dirty="0"/>
              <a:t>data manipulation, analysis, and I/O support</a:t>
            </a:r>
          </a:p>
          <a:p>
            <a:pPr marL="369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4438F-5E8F-06B7-8F15-9E37CB806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574" y="299462"/>
            <a:ext cx="6087825" cy="64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62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6"/>
    </mc:Choice>
    <mc:Fallback>
      <p:transition spd="slow" advTm="28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B230-666D-BCDA-0140-FF57EC99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Libraries: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59FF-D761-DF0C-8422-9D7E79009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Scikit-learn:</a:t>
            </a:r>
          </a:p>
          <a:p>
            <a:pPr lvl="1"/>
            <a:r>
              <a:rPr lang="en-US" dirty="0"/>
              <a:t>traditional ML algorithms and model evaluation.</a:t>
            </a:r>
          </a:p>
          <a:p>
            <a:r>
              <a:rPr lang="en-US" dirty="0"/>
              <a:t>Well documented and widely used in research and production.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CA2DA-9D0E-D902-557B-6DCD4FC26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599" y="3429000"/>
            <a:ext cx="8712801" cy="254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84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78"/>
    </mc:Choice>
    <mc:Fallback>
      <p:transition spd="slow" advTm="1227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564E-72BC-FEEB-C311-95606DA7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for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DB38-37B1-6086-D750-4B1F25384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overlooked but has key strengths</a:t>
            </a:r>
          </a:p>
          <a:p>
            <a:r>
              <a:rPr lang="en-US" dirty="0"/>
              <a:t>Known for scalability, performance, and enterprise integration</a:t>
            </a:r>
          </a:p>
          <a:p>
            <a:r>
              <a:rPr lang="en-US" dirty="0"/>
              <a:t>Works well for production and big data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0237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4674-852F-6771-7DE1-31645175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Library for Big Data: Apache Flink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5A31-54CC-CEF9-64B0-5820B1DA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Flink:</a:t>
            </a:r>
          </a:p>
          <a:p>
            <a:pPr lvl="1"/>
            <a:r>
              <a:rPr lang="en-US" dirty="0"/>
              <a:t>Real-time model inference</a:t>
            </a:r>
          </a:p>
          <a:p>
            <a:pPr lvl="1"/>
            <a:r>
              <a:rPr lang="en-US" dirty="0"/>
              <a:t>Continuous model training</a:t>
            </a:r>
          </a:p>
          <a:p>
            <a:pPr lvl="1"/>
            <a:r>
              <a:rPr lang="en-US" dirty="0"/>
              <a:t>End-to-End Machine Learning Pipelines</a:t>
            </a:r>
          </a:p>
          <a:p>
            <a:r>
              <a:rPr lang="en-US" dirty="0"/>
              <a:t>Java’s compiled nature boosts performance on large-scale data</a:t>
            </a:r>
          </a:p>
        </p:txBody>
      </p:sp>
    </p:spTree>
    <p:extLst>
      <p:ext uri="{BB962C8B-B14F-4D97-AF65-F5344CB8AC3E}">
        <p14:creationId xmlns:p14="http://schemas.microsoft.com/office/powerpoint/2010/main" val="262046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4451-3818-63A1-AE8C-DB7AD957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Machine Learning Library: Tribuo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6431-1D95-F365-5BCD-C5D3FB487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Tribuo</a:t>
            </a:r>
          </a:p>
          <a:p>
            <a:pPr lvl="1"/>
            <a:r>
              <a:rPr lang="en-US" dirty="0"/>
              <a:t>modern, production-ready library created by Oracle</a:t>
            </a:r>
          </a:p>
          <a:p>
            <a:r>
              <a:rPr lang="en-US" dirty="0"/>
              <a:t>Emphasizes type safety, provenance tracking, and reproducibility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18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C9C2-9F8C-6AEE-75A9-2EB0FCD6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Java and Python for Machine Learning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EAE1AB-E0C5-59F6-C3B4-08E659DAC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171487"/>
              </p:ext>
            </p:extLst>
          </p:nvPr>
        </p:nvGraphicFramePr>
        <p:xfrm>
          <a:off x="914400" y="1731963"/>
          <a:ext cx="1035367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220402870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776168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289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Strengths: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Rapid prototyping and experimentation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Intuitive syntax ideal for beginners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Active ecosystem with frequent updates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Weaknesses: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Slower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Dependency on Version 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Strengths: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Faster Runtime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Fewer Runtime errors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Easier integration into preexisting software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Weaknesses: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Steeper Learning Curve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Smaller Machine Learning Ecosystem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301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AC314E-75F5-BAD6-82B3-6A5B4E67D98E}"/>
              </a:ext>
            </a:extLst>
          </p:cNvPr>
          <p:cNvSpPr txBox="1"/>
          <p:nvPr/>
        </p:nvSpPr>
        <p:spPr>
          <a:xfrm>
            <a:off x="913795" y="5676900"/>
            <a:ext cx="1026425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06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Choice depends on project scope and deployment needs</a:t>
            </a:r>
          </a:p>
          <a:p>
            <a:pPr marL="342900" indent="-306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Both are working to bridge the gaps</a:t>
            </a:r>
          </a:p>
        </p:txBody>
      </p:sp>
    </p:spTree>
    <p:extLst>
      <p:ext uri="{BB962C8B-B14F-4D97-AF65-F5344CB8AC3E}">
        <p14:creationId xmlns:p14="http://schemas.microsoft.com/office/powerpoint/2010/main" val="69845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840-C93A-6903-AE2A-2E3DF36D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Bridging the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689B-4C63-E967-E7C4-33AE885FE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Python:</a:t>
            </a:r>
          </a:p>
          <a:p>
            <a:pPr lvl="1"/>
            <a:r>
              <a:rPr lang="en-US" dirty="0"/>
              <a:t>performance sensitive components implemented in optimized languages like C and C++</a:t>
            </a:r>
          </a:p>
          <a:p>
            <a:pPr lvl="1"/>
            <a:r>
              <a:rPr lang="en-US" dirty="0"/>
              <a:t>REST APIs</a:t>
            </a:r>
          </a:p>
          <a:p>
            <a:pPr lvl="1"/>
            <a:r>
              <a:rPr lang="en-US" dirty="0"/>
              <a:t>ONNX</a:t>
            </a:r>
          </a:p>
          <a:p>
            <a:r>
              <a:rPr lang="en-US" dirty="0"/>
              <a:t>Java:</a:t>
            </a:r>
          </a:p>
          <a:p>
            <a:pPr lvl="1"/>
            <a:r>
              <a:rPr lang="en-US" dirty="0"/>
              <a:t>Libraries providing production-ready machine learning capabilities</a:t>
            </a:r>
          </a:p>
          <a:p>
            <a:pPr lvl="1"/>
            <a:r>
              <a:rPr lang="en-US" dirty="0"/>
              <a:t>Actively expanding machine learning ecosystem</a:t>
            </a:r>
          </a:p>
          <a:p>
            <a:pPr lvl="2"/>
            <a:r>
              <a:rPr lang="en-US" dirty="0"/>
              <a:t>LangChain4J</a:t>
            </a:r>
          </a:p>
        </p:txBody>
      </p:sp>
    </p:spTree>
    <p:extLst>
      <p:ext uri="{BB962C8B-B14F-4D97-AF65-F5344CB8AC3E}">
        <p14:creationId xmlns:p14="http://schemas.microsoft.com/office/powerpoint/2010/main" val="176715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2F0E-21A5-05D7-D548-6207E8FF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933F-BDE0-55F2-0E80-3EB440E68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remains dominant due to its ease of use and vast libraries.</a:t>
            </a:r>
          </a:p>
          <a:p>
            <a:r>
              <a:rPr lang="en-US" dirty="0"/>
              <a:t>Java is a strong contender for enterprise machine learning solutions.</a:t>
            </a:r>
          </a:p>
          <a:p>
            <a:r>
              <a:rPr lang="en-US" dirty="0"/>
              <a:t>Future machine learning systems may combine the strengths of both!</a:t>
            </a:r>
          </a:p>
        </p:txBody>
      </p:sp>
    </p:spTree>
    <p:extLst>
      <p:ext uri="{BB962C8B-B14F-4D97-AF65-F5344CB8AC3E}">
        <p14:creationId xmlns:p14="http://schemas.microsoft.com/office/powerpoint/2010/main" val="208848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1F4D-D4CD-66D5-A0BC-76B89C5C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46C5-4A36-25B0-E14A-BC334DEE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60501"/>
            <a:ext cx="11442699" cy="5130800"/>
          </a:xfrm>
        </p:spPr>
        <p:txBody>
          <a:bodyPr>
            <a:normAutofit fontScale="70000" lnSpcReduction="20000"/>
          </a:bodyPr>
          <a:lstStyle/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“7 Best Java Machine Learning Libraries.” BairesDev, 15 May 2023, 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www.bairesdev.com/blog/best-java-machine-learning-libraries/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aayan07. “Java for Big Data: All You Need To Know.”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GeeksforGeeks.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23 July 2025. 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https://www.geeksforgeeks.org/blogs/java-for-big-data/#java-libraries-for-big-data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Eker, Bayram. “Python vs. Java in AI (Late 2024): A Comprehensive Ecosystem Comparison with Scoring and Evaluation.” 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Medium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7 Dec. 2024. bayramblog.medium.com/python-vs-java-in-ai-late-2024-a-comprehensive-ecosystem-comparison-with-scoring-and-evaluation-999a6896c4b0.</a:t>
            </a:r>
            <a:r>
              <a:rPr lang="en-US" sz="20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GeeksforGeeks. “Machine Learning with Java.” 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GeeksforGeeks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4 Sept. 2024, 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http://www.geeksforgeeks.org/machine-learning/machine-learning-with-java/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Ginsberg, Corey. “Pandas vs. NumPy: Which Python Library is Better for Data Analytics?” NobleDesktop. 15 July 2025. https://www.nobledesktop.com/classes-near-me/blog/pandas-vs-numpy-for-data-analytics.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Hernandez, Miguel. “Machine Learning In Java: From Concept to Code.” 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Parallelstaff.com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2025, parallelstaff.com/implementing-machine-learning-in-java/. 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“How AI and Machine Learning Is Transforming Computer Science - MyComputerCareer.” MyComputerCareer, 7 Oct. 2020, www.mycomputercareer.edu/how-ai-and-machine-learning-is-transforming-computer-science/.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Infuy. “Java Machine Learning and AI: A Guide to Building Intelligent Systems.” Medium, 12 June 2023, 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https://medium.com/@infuyIT/java-machine-learning-and-ai-a-guide-to-building-intelligent-systems-3d3e7e133a78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Levy, Mike. “What is Scikit-learn and How Is it Used in AI?”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Dataquest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26 Apr. 2024. </a:t>
            </a:r>
            <a:r>
              <a:rPr lang="en-US" sz="20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https://www.dataquest.io/blog/what-is-scikit-learn-and-how-is-it-used-in-ai/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marR="0" indent="-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Niegowski, Tomasz. “Machine Learning in Java: Getting Started with Weka.”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J-Labs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9 Oct. 2024. https://www.j-labs.pl/en/tech-blog/machine-learning-in-java-getting-started-with-weka/.</a:t>
            </a:r>
            <a:endParaRPr lang="en-US" sz="20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425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562</TotalTime>
  <Words>691</Words>
  <Application>Microsoft Office PowerPoint</Application>
  <PresentationFormat>Widescreen</PresentationFormat>
  <Paragraphs>94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Calisto MT</vt:lpstr>
      <vt:lpstr>Times New Roman</vt:lpstr>
      <vt:lpstr>Wingdings 2</vt:lpstr>
      <vt:lpstr>Slate</vt:lpstr>
      <vt:lpstr>Java vs. Python for Machine Learning</vt:lpstr>
      <vt:lpstr>Machine Learning Background</vt:lpstr>
      <vt:lpstr>Why Python Dominates Machine Learning</vt:lpstr>
      <vt:lpstr>PowerPoint Presentation</vt:lpstr>
      <vt:lpstr>Python Libraries: NumPy</vt:lpstr>
      <vt:lpstr>Python Libraries: Pandas</vt:lpstr>
      <vt:lpstr>Python Libraries: Scikit-learn</vt:lpstr>
      <vt:lpstr>Java for Machine Learning</vt:lpstr>
      <vt:lpstr>Java Library for Big Data: Apache Flink</vt:lpstr>
      <vt:lpstr>Java Machine Learning Library: Tribuo</vt:lpstr>
      <vt:lpstr>Comparing Java and Python for Machine Learning</vt:lpstr>
      <vt:lpstr>Bridging the Gaps</vt:lpstr>
      <vt:lpstr>Wrap Up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Keller Payne</dc:creator>
  <cp:lastModifiedBy>Keller Payne</cp:lastModifiedBy>
  <cp:revision>1</cp:revision>
  <dcterms:created xsi:type="dcterms:W3CDTF">2025-10-07T20:29:08Z</dcterms:created>
  <dcterms:modified xsi:type="dcterms:W3CDTF">2025-10-08T16:18:40Z</dcterms:modified>
</cp:coreProperties>
</file>